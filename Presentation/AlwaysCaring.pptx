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34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19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5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79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55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794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89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700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370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574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470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2966613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3960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6679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0548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6178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995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391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124000"/>
                <a:satMod val="148000"/>
                <a:lumMod val="124000"/>
              </a:schemeClr>
            </a:gs>
            <a:gs pos="100000">
              <a:schemeClr val="bg2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844CE-C1D8-4581-B433-FEB021172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458419" cy="3329581"/>
          </a:xfrm>
        </p:spPr>
        <p:txBody>
          <a:bodyPr>
            <a:normAutofit/>
          </a:bodyPr>
          <a:lstStyle/>
          <a:p>
            <a:r>
              <a:rPr lang="en-US" dirty="0" err="1"/>
              <a:t>AlwaysCaring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FEB0A7-9A03-4994-AA0C-B2803064D1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458419" cy="861420"/>
          </a:xfrm>
        </p:spPr>
        <p:txBody>
          <a:bodyPr>
            <a:normAutofit/>
          </a:bodyPr>
          <a:lstStyle/>
          <a:p>
            <a:endParaRPr 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0205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E5536C-02AB-40AB-87E9-09583319A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44A8B-5FB6-4549-BC48-2C5CE4C76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9017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C2531B-D274-41DB-A839-9B3AE3BBE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8F6C5-FD81-4B34-A3DB-376B6C3C3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0858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569CD1-06AA-4DB8-A391-8A28AE581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D36A9-3B84-4DDC-8441-95D7B817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0953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>
            <a:extLst>
              <a:ext uri="{FF2B5EF4-FFF2-40B4-BE49-F238E27FC236}">
                <a16:creationId xmlns:a16="http://schemas.microsoft.com/office/drawing/2014/main" id="{119388EF-16AD-4007-9187-44574DDDE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6FD74C-E242-49B1-8F66-A8FF05147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/>
              <a:t>Customers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9B0BB-6CF4-4169-A017-72E278687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924298"/>
            <a:ext cx="12192417" cy="29337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814559DA-E155-4929-880D-F82FEEA742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49B5E25F-ED7A-4B8D-A03F-FFD1E3DBE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8288" y="2548281"/>
            <a:ext cx="3662018" cy="3662018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0692E-E2E9-439E-95F0-0252697F9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1089" y="2548281"/>
            <a:ext cx="5122606" cy="3658689"/>
          </a:xfrm>
        </p:spPr>
        <p:txBody>
          <a:bodyPr>
            <a:normAutofit/>
          </a:bodyPr>
          <a:lstStyle/>
          <a:p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45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2E7466-C3D4-440B-89BC-81F5275D2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Market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17C7F-CAE3-4F82-944A-202702608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857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E90AF-CED0-446B-958B-467C4AD8A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95A30-89F3-4A58-AA10-719CC3D0C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7810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59B87-42C3-41BA-BB42-A2FD120C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Marketing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1CB44-37D7-49B5-847E-77A1DC449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682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DBCCEC-821D-44C4-BCAB-3AD9CA94D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Sales and Channel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8A032-348E-40AE-AABA-BF4F25341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9150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75095E-3187-4014-9EEC-0EC9041B6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Revenue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5A1B5-AE57-4F27-97DD-AE0198F33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77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A8BD76-44EF-4E51-9FA0-899867225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Cash Flow and Profit/Loss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359BF-4177-475F-BB8F-28EC0BB15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552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</Words>
  <Application>Microsoft Office PowerPoint</Application>
  <PresentationFormat>Widescreen</PresentationFormat>
  <Paragraphs>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</vt:lpstr>
      <vt:lpstr>AlwaysCaring</vt:lpstr>
      <vt:lpstr>Problem</vt:lpstr>
      <vt:lpstr>Problem</vt:lpstr>
      <vt:lpstr>Product</vt:lpstr>
      <vt:lpstr>Customers</vt:lpstr>
      <vt:lpstr>Market Model</vt:lpstr>
      <vt:lpstr>Competition</vt:lpstr>
      <vt:lpstr>Marketing strategy</vt:lpstr>
      <vt:lpstr>Sales and Channel Strategy</vt:lpstr>
      <vt:lpstr>Revenue Model</vt:lpstr>
      <vt:lpstr>Cash Flow and Profit/Loss Statement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AlwaysCaring</dc:title>
  <dc:creator>Will Kirkpatrick</dc:creator>
  <cp:lastModifiedBy>Will Kirkpatrick</cp:lastModifiedBy>
  <cp:revision>1</cp:revision>
  <dcterms:created xsi:type="dcterms:W3CDTF">2019-09-21T06:14:27Z</dcterms:created>
  <dcterms:modified xsi:type="dcterms:W3CDTF">2019-09-21T06:15:43Z</dcterms:modified>
</cp:coreProperties>
</file>