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7" r:id="rId1"/>
  </p:sld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7134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19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55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79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550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794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589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5700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1370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75743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4704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2966613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3960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6679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50548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6178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8995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9/21/2019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3914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randviewresearch.com/industry-analysis/home-healthcare-industry" TargetMode="External"/><Relationship Id="rId2" Type="http://schemas.openxmlformats.org/officeDocument/2006/relationships/hyperlink" Target="https://www.businessinsider.com/the-us-home-healthcare-report-2019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8000"/>
                <a:hueMod val="124000"/>
                <a:satMod val="148000"/>
                <a:lumMod val="124000"/>
              </a:schemeClr>
            </a:gs>
            <a:gs pos="100000">
              <a:schemeClr val="bg2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844CE-C1D8-4581-B433-FEB0211728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458419" cy="3329581"/>
          </a:xfrm>
        </p:spPr>
        <p:txBody>
          <a:bodyPr>
            <a:normAutofit/>
          </a:bodyPr>
          <a:lstStyle/>
          <a:p>
            <a:r>
              <a:rPr lang="en-US" dirty="0" err="1"/>
              <a:t>AlwaysCaring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FEB0A7-9A03-4994-AA0C-B2803064D1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6458419" cy="86142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Best for Wyoming submission</a:t>
            </a:r>
          </a:p>
        </p:txBody>
      </p:sp>
    </p:spTree>
    <p:extLst>
      <p:ext uri="{BB962C8B-B14F-4D97-AF65-F5344CB8AC3E}">
        <p14:creationId xmlns:p14="http://schemas.microsoft.com/office/powerpoint/2010/main" val="24540205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E5536C-02AB-40AB-87E9-09583319A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744A8B-5FB6-4549-BC48-2C5CE4C76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r>
              <a:rPr lang="en-US" dirty="0"/>
              <a:t>Currently the home care system is ineffective for several reasons</a:t>
            </a:r>
          </a:p>
          <a:p>
            <a:pPr lvl="1"/>
            <a:r>
              <a:rPr lang="en-US" dirty="0"/>
              <a:t>Lack of transparency/freedom for families ~3-4k</a:t>
            </a:r>
          </a:p>
          <a:p>
            <a:pPr lvl="1"/>
            <a:r>
              <a:rPr lang="en-US" dirty="0"/>
              <a:t>Lack of organization for  care givers</a:t>
            </a:r>
          </a:p>
          <a:p>
            <a:pPr lvl="1"/>
            <a:r>
              <a:rPr lang="en-US" dirty="0"/>
              <a:t>High health care provider turnover rate</a:t>
            </a:r>
          </a:p>
          <a:p>
            <a:pPr lvl="1"/>
            <a:r>
              <a:rPr lang="en-US" dirty="0"/>
              <a:t>Lack of communication between providers and families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39017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C2531B-D274-41DB-A839-9B3AE3BBE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8F6C5-FD81-4B34-A3DB-376B6C3C3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A patient could have a medical emergency and need to be taken to a hospital, but his information isn’t readily available. This is because in times of stress families can not always remember vital information accurately. </a:t>
            </a:r>
          </a:p>
          <a:p>
            <a:pPr lvl="1"/>
            <a:r>
              <a:rPr lang="en-US" dirty="0"/>
              <a:t>Our solution would provide the ability to quickly provide vital patient information to the doctor in a timely manner potentially saving lives. </a:t>
            </a:r>
          </a:p>
        </p:txBody>
      </p:sp>
    </p:spTree>
    <p:extLst>
      <p:ext uri="{BB962C8B-B14F-4D97-AF65-F5344CB8AC3E}">
        <p14:creationId xmlns:p14="http://schemas.microsoft.com/office/powerpoint/2010/main" val="22460858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569CD1-06AA-4DB8-A391-8A28AE581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7D36A9-3B84-4DDC-8441-95D7B8175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Our blockchain system provides a seamless and efficient solution for care providers to help in home patients while providing transparency to the family.</a:t>
            </a:r>
          </a:p>
          <a:p>
            <a:endParaRPr lang="en-US" dirty="0"/>
          </a:p>
          <a:p>
            <a:r>
              <a:rPr lang="en-US" dirty="0"/>
              <a:t>Easy access to patient info stored on our blockchain</a:t>
            </a:r>
          </a:p>
          <a:p>
            <a:r>
              <a:rPr lang="en-US" dirty="0"/>
              <a:t>Easy transfer of care between providers with connected information</a:t>
            </a:r>
          </a:p>
          <a:p>
            <a:r>
              <a:rPr lang="en-US" dirty="0"/>
              <a:t>Schedules for care providers created based on all patients</a:t>
            </a:r>
          </a:p>
          <a:p>
            <a:r>
              <a:rPr lang="en-US" dirty="0"/>
              <a:t>Family can actively monitor the patients status by viewing list of tasks assigned to care provider</a:t>
            </a:r>
          </a:p>
          <a:p>
            <a:r>
              <a:rPr lang="en-US" dirty="0"/>
              <a:t>Ability to record notes with automatic time stamps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30953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569CD1-06AA-4DB8-A391-8A28AE581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7D36A9-3B84-4DDC-8441-95D7B8175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r>
              <a:rPr lang="en-US" dirty="0"/>
              <a:t>In Wyoming family comes first. This was morally important to us while developing this idea, we wanted families to know that their relatives were in safe and reliable hands always.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Family can actively monitor the patient's status assigned tasks</a:t>
            </a:r>
          </a:p>
          <a:p>
            <a:r>
              <a:rPr lang="en-US" dirty="0"/>
              <a:t>Caregivers are able to record notes in order to show when anything abnormal, good or bad, occurs.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9003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>
            <a:extLst>
              <a:ext uri="{FF2B5EF4-FFF2-40B4-BE49-F238E27FC236}">
                <a16:creationId xmlns:a16="http://schemas.microsoft.com/office/drawing/2014/main" id="{119388EF-16AD-4007-9187-44574DDDE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6FD74C-E242-49B1-8F66-A8FF05147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/>
              <a:t>Customers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99B0BB-6CF4-4169-A017-72E278687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924298"/>
            <a:ext cx="12192417" cy="29337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814559DA-E155-4929-880D-F82FEEA742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1695" cy="2802467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49B5E25F-ED7A-4B8D-A03F-FFD1E3DBE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48288" y="2548281"/>
            <a:ext cx="3662018" cy="3662018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80692E-E2E9-439E-95F0-0252697F9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1089" y="2548281"/>
            <a:ext cx="5122606" cy="365868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Our customers: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Family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In-Home Care Providers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Therapy Clinics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First Responders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Hospitals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Specialists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945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2E7466-C3D4-440B-89BC-81F5275D2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Market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17C7F-CAE3-4F82-944A-2027026080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r>
              <a:rPr lang="en-US" dirty="0"/>
              <a:t>The US home healthcare market: 103 Billion</a:t>
            </a:r>
          </a:p>
          <a:p>
            <a:r>
              <a:rPr lang="en-US" dirty="0"/>
              <a:t>Annual Growth Rate: 7% annually to $173 billion by 2026 </a:t>
            </a:r>
          </a:p>
          <a:p>
            <a:endParaRPr lang="en-US" dirty="0"/>
          </a:p>
          <a:p>
            <a:r>
              <a:rPr lang="en-US" dirty="0"/>
              <a:t>~65% of Medicare beneficiaries reported to have more than one chronic condition </a:t>
            </a:r>
          </a:p>
          <a:p>
            <a:r>
              <a:rPr lang="en-US" dirty="0"/>
              <a:t>~43% reported to have three or more chronic conditions. </a:t>
            </a:r>
          </a:p>
          <a:p>
            <a:r>
              <a:rPr lang="en-US" dirty="0"/>
              <a:t>The growing home healthcare service workforce and industrial needs means a higher demand for effective and smart solutions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1DEB0-636C-44A0-8D5E-C20EA5F753CD}"/>
              </a:ext>
            </a:extLst>
          </p:cNvPr>
          <p:cNvSpPr/>
          <p:nvPr/>
        </p:nvSpPr>
        <p:spPr>
          <a:xfrm>
            <a:off x="4145279" y="6321461"/>
            <a:ext cx="804672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Sources: </a:t>
            </a:r>
            <a:r>
              <a:rPr lang="en-US" sz="1400" dirty="0">
                <a:hlinkClick r:id="rId2"/>
              </a:rPr>
              <a:t>https://www.businessinsider.com/the-us-home-healthcare-report-2019</a:t>
            </a:r>
            <a:endParaRPr lang="en-US" sz="1400" dirty="0"/>
          </a:p>
          <a:p>
            <a:r>
              <a:rPr lang="en-US" sz="1400" dirty="0"/>
              <a:t>	      </a:t>
            </a:r>
            <a:r>
              <a:rPr lang="en-US" sz="1400" dirty="0">
                <a:hlinkClick r:id="rId3"/>
              </a:rPr>
              <a:t>https://www.grandviewresearch.com/industry-analysis/home-healthcare-industry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33857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E90AF-CED0-446B-958B-467C4AD8A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Competition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95A30-89F3-4A58-AA10-719CC3D0C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r>
              <a:rPr lang="en-US" dirty="0"/>
              <a:t>Caregiver Scheduling/Management Software: </a:t>
            </a:r>
            <a:r>
              <a:rPr lang="en-US" dirty="0" err="1"/>
              <a:t>Skedulo</a:t>
            </a:r>
            <a:r>
              <a:rPr lang="en-US" dirty="0"/>
              <a:t>, ClearCare</a:t>
            </a:r>
          </a:p>
          <a:p>
            <a:r>
              <a:rPr lang="en-US" dirty="0"/>
              <a:t>Ambulatory(walk-in) Care Software: </a:t>
            </a:r>
            <a:r>
              <a:rPr lang="en-US" dirty="0" err="1"/>
              <a:t>Intergy</a:t>
            </a:r>
            <a:endParaRPr lang="en-US" dirty="0"/>
          </a:p>
          <a:p>
            <a:r>
              <a:rPr lang="en-US" dirty="0"/>
              <a:t>Patient Tracking Software: </a:t>
            </a:r>
            <a:r>
              <a:rPr lang="en-US" dirty="0" err="1"/>
              <a:t>PatientTrack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810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DBCCEC-821D-44C4-BCAB-3AD9CA94D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Sales and Channel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8A032-348E-40AE-AABA-BF4F25341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r>
              <a:rPr lang="en-US" dirty="0"/>
              <a:t>Determine customer specific needs</a:t>
            </a:r>
          </a:p>
          <a:p>
            <a:r>
              <a:rPr lang="en-US" dirty="0"/>
              <a:t>Explain </a:t>
            </a:r>
            <a:r>
              <a:rPr lang="en-US" dirty="0" err="1"/>
              <a:t>AlwaysCaring</a:t>
            </a:r>
            <a:r>
              <a:rPr lang="en-US" dirty="0"/>
              <a:t> Software benefits/differences </a:t>
            </a:r>
          </a:p>
          <a:p>
            <a:r>
              <a:rPr lang="en-US" dirty="0"/>
              <a:t>Show how the product would be used by a demonstration</a:t>
            </a:r>
          </a:p>
          <a:p>
            <a:r>
              <a:rPr lang="en-US" dirty="0"/>
              <a:t>Inform them about pricing plans that would best suit them</a:t>
            </a:r>
          </a:p>
          <a:p>
            <a:r>
              <a:rPr lang="en-US" dirty="0"/>
              <a:t>Consult and develop a beta per customer needs with the expanding industry</a:t>
            </a:r>
          </a:p>
        </p:txBody>
      </p:sp>
    </p:spTree>
    <p:extLst>
      <p:ext uri="{BB962C8B-B14F-4D97-AF65-F5344CB8AC3E}">
        <p14:creationId xmlns:p14="http://schemas.microsoft.com/office/powerpoint/2010/main" val="36369150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75095E-3187-4014-9EEC-0EC9041B6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Revenue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5A1B5-AE57-4F27-97DD-AE0198F33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r>
              <a:rPr lang="en-US" dirty="0"/>
              <a:t>Licensing Model</a:t>
            </a:r>
          </a:p>
          <a:p>
            <a:r>
              <a:rPr lang="en-US" dirty="0"/>
              <a:t>Scaling Cost</a:t>
            </a:r>
          </a:p>
          <a:p>
            <a:r>
              <a:rPr lang="en-US" dirty="0"/>
              <a:t>Affordability</a:t>
            </a:r>
          </a:p>
        </p:txBody>
      </p:sp>
    </p:spTree>
    <p:extLst>
      <p:ext uri="{BB962C8B-B14F-4D97-AF65-F5344CB8AC3E}">
        <p14:creationId xmlns:p14="http://schemas.microsoft.com/office/powerpoint/2010/main" val="1219377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415</TotalTime>
  <Words>416</Words>
  <Application>Microsoft Office PowerPoint</Application>
  <PresentationFormat>Widescreen</PresentationFormat>
  <Paragraphs>57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Century Gothic</vt:lpstr>
      <vt:lpstr>Wingdings 3</vt:lpstr>
      <vt:lpstr>Ion</vt:lpstr>
      <vt:lpstr>AlwaysCaring</vt:lpstr>
      <vt:lpstr>Problem</vt:lpstr>
      <vt:lpstr>Problem</vt:lpstr>
      <vt:lpstr>Product</vt:lpstr>
      <vt:lpstr>Product</vt:lpstr>
      <vt:lpstr>Customers</vt:lpstr>
      <vt:lpstr>Market Model</vt:lpstr>
      <vt:lpstr>Competition</vt:lpstr>
      <vt:lpstr>Sales and Channel Strategy</vt:lpstr>
      <vt:lpstr>Revenue Model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AlwaysCaring</dc:title>
  <dc:creator>Will Kirkpatrick</dc:creator>
  <cp:lastModifiedBy>Will Kirkpatrick</cp:lastModifiedBy>
  <cp:revision>22</cp:revision>
  <dcterms:created xsi:type="dcterms:W3CDTF">2019-09-21T06:14:27Z</dcterms:created>
  <dcterms:modified xsi:type="dcterms:W3CDTF">2019-09-22T05:04:23Z</dcterms:modified>
</cp:coreProperties>
</file>