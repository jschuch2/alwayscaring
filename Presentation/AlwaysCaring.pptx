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7"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97134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36819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51055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9/21/2019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2179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9/21/2019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64550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55794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22589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95700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41370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37574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75470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9296661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396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8667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75054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32617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08995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9/21/2019</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063391437"/>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124000"/>
                <a:satMod val="148000"/>
                <a:lumMod val="124000"/>
              </a:schemeClr>
            </a:gs>
            <a:gs pos="100000">
              <a:schemeClr val="bg2">
                <a:shade val="76000"/>
                <a:hueMod val="89000"/>
                <a:satMod val="164000"/>
                <a:lumMod val="5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844CE-C1D8-4581-B433-FEB021172832}"/>
              </a:ext>
            </a:extLst>
          </p:cNvPr>
          <p:cNvSpPr>
            <a:spLocks noGrp="1"/>
          </p:cNvSpPr>
          <p:nvPr>
            <p:ph type="ctrTitle"/>
          </p:nvPr>
        </p:nvSpPr>
        <p:spPr>
          <a:xfrm>
            <a:off x="1154955" y="1447800"/>
            <a:ext cx="6458419" cy="3329581"/>
          </a:xfrm>
        </p:spPr>
        <p:txBody>
          <a:bodyPr>
            <a:normAutofit/>
          </a:bodyPr>
          <a:lstStyle/>
          <a:p>
            <a:r>
              <a:rPr lang="en-US" dirty="0" err="1"/>
              <a:t>AlwaysCaring</a:t>
            </a:r>
            <a:endParaRPr lang="en-US" dirty="0"/>
          </a:p>
        </p:txBody>
      </p:sp>
      <p:sp>
        <p:nvSpPr>
          <p:cNvPr id="3" name="Subtitle 2">
            <a:extLst>
              <a:ext uri="{FF2B5EF4-FFF2-40B4-BE49-F238E27FC236}">
                <a16:creationId xmlns:a16="http://schemas.microsoft.com/office/drawing/2014/main" id="{EAFEB0A7-9A03-4994-AA0C-B2803064D1F1}"/>
              </a:ext>
            </a:extLst>
          </p:cNvPr>
          <p:cNvSpPr>
            <a:spLocks noGrp="1"/>
          </p:cNvSpPr>
          <p:nvPr>
            <p:ph type="subTitle" idx="1"/>
          </p:nvPr>
        </p:nvSpPr>
        <p:spPr>
          <a:xfrm>
            <a:off x="1154955" y="4777380"/>
            <a:ext cx="6458419" cy="861420"/>
          </a:xfrm>
        </p:spPr>
        <p:txBody>
          <a:bodyPr>
            <a:normAutofit/>
          </a:bodyPr>
          <a:lstStyle/>
          <a:p>
            <a:r>
              <a:rPr lang="en-US" dirty="0">
                <a:solidFill>
                  <a:schemeClr val="tx1">
                    <a:lumMod val="85000"/>
                    <a:lumOff val="15000"/>
                  </a:schemeClr>
                </a:solidFill>
              </a:rPr>
              <a:t>Best for Wyoming submission</a:t>
            </a:r>
          </a:p>
        </p:txBody>
      </p:sp>
    </p:spTree>
    <p:extLst>
      <p:ext uri="{BB962C8B-B14F-4D97-AF65-F5344CB8AC3E}">
        <p14:creationId xmlns:p14="http://schemas.microsoft.com/office/powerpoint/2010/main" val="245402053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1" name="Rectangle 2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5" name="Freeform: Shape 2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ACE5536C-02AB-40AB-87E9-09583319AFA9}"/>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Problem</a:t>
            </a:r>
          </a:p>
        </p:txBody>
      </p:sp>
      <p:sp>
        <p:nvSpPr>
          <p:cNvPr id="3" name="Content Placeholder 2">
            <a:extLst>
              <a:ext uri="{FF2B5EF4-FFF2-40B4-BE49-F238E27FC236}">
                <a16:creationId xmlns:a16="http://schemas.microsoft.com/office/drawing/2014/main" id="{6E744A8B-5FB6-4549-BC48-2C5CE4C76417}"/>
              </a:ext>
            </a:extLst>
          </p:cNvPr>
          <p:cNvSpPr>
            <a:spLocks noGrp="1"/>
          </p:cNvSpPr>
          <p:nvPr>
            <p:ph idx="1"/>
          </p:nvPr>
        </p:nvSpPr>
        <p:spPr>
          <a:xfrm>
            <a:off x="1103312" y="2763520"/>
            <a:ext cx="8946541" cy="3484879"/>
          </a:xfrm>
        </p:spPr>
        <p:txBody>
          <a:bodyPr>
            <a:normAutofit/>
          </a:bodyPr>
          <a:lstStyle/>
          <a:p>
            <a:r>
              <a:rPr lang="en-US" dirty="0"/>
              <a:t>Currently the in home health care system is ineffective for several reasons</a:t>
            </a:r>
          </a:p>
          <a:p>
            <a:pPr lvl="1"/>
            <a:r>
              <a:rPr lang="en-US" dirty="0"/>
              <a:t>Lack of transparency with families</a:t>
            </a:r>
          </a:p>
          <a:p>
            <a:pPr lvl="1"/>
            <a:r>
              <a:rPr lang="en-US" dirty="0"/>
              <a:t>Lack of organization</a:t>
            </a:r>
          </a:p>
          <a:p>
            <a:pPr lvl="1"/>
            <a:r>
              <a:rPr lang="en-US" dirty="0"/>
              <a:t>High health care provider turnover rate</a:t>
            </a:r>
          </a:p>
          <a:p>
            <a:pPr lvl="1"/>
            <a:r>
              <a:rPr lang="en-US" dirty="0"/>
              <a:t>Lack of communication between providers and families</a:t>
            </a:r>
          </a:p>
          <a:p>
            <a:endParaRPr lang="en-US" dirty="0"/>
          </a:p>
          <a:p>
            <a:pPr lvl="1"/>
            <a:endParaRPr lang="en-US" dirty="0"/>
          </a:p>
          <a:p>
            <a:pPr lvl="1"/>
            <a:endParaRPr lang="en-US" dirty="0"/>
          </a:p>
        </p:txBody>
      </p:sp>
    </p:spTree>
    <p:extLst>
      <p:ext uri="{BB962C8B-B14F-4D97-AF65-F5344CB8AC3E}">
        <p14:creationId xmlns:p14="http://schemas.microsoft.com/office/powerpoint/2010/main" val="227390171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43C2531B-D274-41DB-A839-9B3AE3BBE15A}"/>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Problem</a:t>
            </a:r>
          </a:p>
        </p:txBody>
      </p:sp>
      <p:sp>
        <p:nvSpPr>
          <p:cNvPr id="3" name="Content Placeholder 2">
            <a:extLst>
              <a:ext uri="{FF2B5EF4-FFF2-40B4-BE49-F238E27FC236}">
                <a16:creationId xmlns:a16="http://schemas.microsoft.com/office/drawing/2014/main" id="{7618F6C5-FD81-4B34-A3DB-376B6C3C31FA}"/>
              </a:ext>
            </a:extLst>
          </p:cNvPr>
          <p:cNvSpPr>
            <a:spLocks noGrp="1"/>
          </p:cNvSpPr>
          <p:nvPr>
            <p:ph idx="1"/>
          </p:nvPr>
        </p:nvSpPr>
        <p:spPr>
          <a:xfrm>
            <a:off x="1103312" y="2763520"/>
            <a:ext cx="8946541" cy="3484879"/>
          </a:xfrm>
        </p:spPr>
        <p:txBody>
          <a:bodyPr>
            <a:normAutofit/>
          </a:bodyPr>
          <a:lstStyle/>
          <a:p>
            <a:r>
              <a:rPr lang="en-US" dirty="0"/>
              <a:t>Example:</a:t>
            </a:r>
          </a:p>
          <a:p>
            <a:pPr lvl="1"/>
            <a:r>
              <a:rPr lang="en-US" dirty="0"/>
              <a:t>Patient has a stroke. Patient has to be taken to the hospital but his information isn’t readily available. Using our app you can quickly give all of the patients information to the doctor in order to provide help in narrowing down the cause and getting the patient the help they need</a:t>
            </a:r>
          </a:p>
        </p:txBody>
      </p:sp>
    </p:spTree>
    <p:extLst>
      <p:ext uri="{BB962C8B-B14F-4D97-AF65-F5344CB8AC3E}">
        <p14:creationId xmlns:p14="http://schemas.microsoft.com/office/powerpoint/2010/main" val="224608588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41569CD1-06AA-4DB8-A391-8A28AE581C0D}"/>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Product</a:t>
            </a:r>
          </a:p>
        </p:txBody>
      </p:sp>
      <p:sp>
        <p:nvSpPr>
          <p:cNvPr id="3" name="Content Placeholder 2">
            <a:extLst>
              <a:ext uri="{FF2B5EF4-FFF2-40B4-BE49-F238E27FC236}">
                <a16:creationId xmlns:a16="http://schemas.microsoft.com/office/drawing/2014/main" id="{6D7D36A9-3B84-4DDC-8441-95D7B81752EE}"/>
              </a:ext>
            </a:extLst>
          </p:cNvPr>
          <p:cNvSpPr>
            <a:spLocks noGrp="1"/>
          </p:cNvSpPr>
          <p:nvPr>
            <p:ph idx="1"/>
          </p:nvPr>
        </p:nvSpPr>
        <p:spPr>
          <a:xfrm>
            <a:off x="1103312" y="2763520"/>
            <a:ext cx="8946541" cy="3484879"/>
          </a:xfrm>
        </p:spPr>
        <p:txBody>
          <a:bodyPr>
            <a:normAutofit/>
          </a:bodyPr>
          <a:lstStyle/>
          <a:p>
            <a:r>
              <a:rPr lang="en-US" dirty="0"/>
              <a:t>Our app paired with our blockchain database provides a seamless system for care providers to help in home patients while providing transparency to the family</a:t>
            </a:r>
          </a:p>
          <a:p>
            <a:r>
              <a:rPr lang="en-US" dirty="0"/>
              <a:t>Easy access to patient info stored on our blockchain</a:t>
            </a:r>
          </a:p>
          <a:p>
            <a:r>
              <a:rPr lang="en-US" dirty="0"/>
              <a:t>Easy transfer of care between providers with connected information</a:t>
            </a:r>
          </a:p>
          <a:p>
            <a:r>
              <a:rPr lang="en-US" dirty="0"/>
              <a:t>Family can actively monitor the patients status by viewing list of tasks assigned to care provider</a:t>
            </a:r>
          </a:p>
          <a:p>
            <a:r>
              <a:rPr lang="en-US" dirty="0"/>
              <a:t>Schedules for care providers created based on all </a:t>
            </a:r>
            <a:r>
              <a:rPr lang="en-US" dirty="0" err="1"/>
              <a:t>pateints</a:t>
            </a:r>
            <a:endParaRPr lang="en-US" dirty="0"/>
          </a:p>
          <a:p>
            <a:r>
              <a:rPr lang="en-US" dirty="0"/>
              <a:t>Ability to take notes for</a:t>
            </a:r>
          </a:p>
        </p:txBody>
      </p:sp>
    </p:spTree>
    <p:extLst>
      <p:ext uri="{BB962C8B-B14F-4D97-AF65-F5344CB8AC3E}">
        <p14:creationId xmlns:p14="http://schemas.microsoft.com/office/powerpoint/2010/main" val="324309536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10"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F6FD74C-E242-49B1-8F66-A8FF051471D3}"/>
              </a:ext>
            </a:extLst>
          </p:cNvPr>
          <p:cNvSpPr>
            <a:spLocks noGrp="1"/>
          </p:cNvSpPr>
          <p:nvPr>
            <p:ph type="title"/>
          </p:nvPr>
        </p:nvSpPr>
        <p:spPr>
          <a:xfrm>
            <a:off x="648930" y="629267"/>
            <a:ext cx="9252154" cy="1016654"/>
          </a:xfrm>
        </p:spPr>
        <p:txBody>
          <a:bodyPr>
            <a:normAutofit/>
          </a:bodyPr>
          <a:lstStyle/>
          <a:p>
            <a:r>
              <a:rPr lang="en-US"/>
              <a:t>Customers</a:t>
            </a:r>
            <a:endParaRPr lang="en-US" dirty="0"/>
          </a:p>
        </p:txBody>
      </p:sp>
      <p:sp>
        <p:nvSpPr>
          <p:cNvPr id="12" name="Rectangle 11">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24298"/>
            <a:ext cx="12192417" cy="29337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7" name="Graphic 6" descr="Target Audience">
            <a:extLst>
              <a:ext uri="{FF2B5EF4-FFF2-40B4-BE49-F238E27FC236}">
                <a16:creationId xmlns:a16="http://schemas.microsoft.com/office/drawing/2014/main" id="{49B5E25F-ED7A-4B8D-A03F-FFD1E3DBEB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48288" y="2548281"/>
            <a:ext cx="3662018" cy="3662018"/>
          </a:xfrm>
          <a:prstGeom prst="rect">
            <a:avLst/>
          </a:prstGeom>
          <a:effectLst/>
        </p:spPr>
      </p:pic>
      <p:sp>
        <p:nvSpPr>
          <p:cNvPr id="3" name="Content Placeholder 2">
            <a:extLst>
              <a:ext uri="{FF2B5EF4-FFF2-40B4-BE49-F238E27FC236}">
                <a16:creationId xmlns:a16="http://schemas.microsoft.com/office/drawing/2014/main" id="{AA80692E-E2E9-439E-95F0-0252697F97A1}"/>
              </a:ext>
            </a:extLst>
          </p:cNvPr>
          <p:cNvSpPr>
            <a:spLocks noGrp="1"/>
          </p:cNvSpPr>
          <p:nvPr>
            <p:ph idx="1"/>
          </p:nvPr>
        </p:nvSpPr>
        <p:spPr>
          <a:xfrm>
            <a:off x="6421089" y="2548281"/>
            <a:ext cx="5122606" cy="3658689"/>
          </a:xfrm>
        </p:spPr>
        <p:txBody>
          <a:bodyPr>
            <a:normAutofit/>
          </a:bodyPr>
          <a:lstStyle/>
          <a:p>
            <a:r>
              <a:rPr lang="en-US" dirty="0">
                <a:solidFill>
                  <a:schemeClr val="bg1"/>
                </a:solidFill>
              </a:rPr>
              <a:t>Our customers would include health care provider companies and families looking for more transparency and confidence that there family members are being adequately taken care of</a:t>
            </a:r>
          </a:p>
        </p:txBody>
      </p:sp>
    </p:spTree>
    <p:extLst>
      <p:ext uri="{BB962C8B-B14F-4D97-AF65-F5344CB8AC3E}">
        <p14:creationId xmlns:p14="http://schemas.microsoft.com/office/powerpoint/2010/main" val="321945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112E7466-C3D4-440B-89BC-81F5275D223D}"/>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Market Model</a:t>
            </a:r>
          </a:p>
        </p:txBody>
      </p:sp>
      <p:sp>
        <p:nvSpPr>
          <p:cNvPr id="3" name="Content Placeholder 2">
            <a:extLst>
              <a:ext uri="{FF2B5EF4-FFF2-40B4-BE49-F238E27FC236}">
                <a16:creationId xmlns:a16="http://schemas.microsoft.com/office/drawing/2014/main" id="{9BA17C7F-CAE3-4F82-944A-20270260803B}"/>
              </a:ext>
            </a:extLst>
          </p:cNvPr>
          <p:cNvSpPr>
            <a:spLocks noGrp="1"/>
          </p:cNvSpPr>
          <p:nvPr>
            <p:ph idx="1"/>
          </p:nvPr>
        </p:nvSpPr>
        <p:spPr>
          <a:xfrm>
            <a:off x="1103312" y="2763520"/>
            <a:ext cx="8946541" cy="3484879"/>
          </a:xfrm>
        </p:spPr>
        <p:txBody>
          <a:bodyPr>
            <a:normAutofit/>
          </a:bodyPr>
          <a:lstStyle/>
          <a:p>
            <a:r>
              <a:rPr lang="en-US" dirty="0"/>
              <a:t>The current market size is the entire home health care industry (number?)</a:t>
            </a:r>
          </a:p>
          <a:p>
            <a:r>
              <a:rPr lang="en-US" dirty="0"/>
              <a:t>There are 33 Medicare certified </a:t>
            </a:r>
          </a:p>
          <a:p>
            <a:endParaRPr lang="en-US" dirty="0"/>
          </a:p>
        </p:txBody>
      </p:sp>
    </p:spTree>
    <p:extLst>
      <p:ext uri="{BB962C8B-B14F-4D97-AF65-F5344CB8AC3E}">
        <p14:creationId xmlns:p14="http://schemas.microsoft.com/office/powerpoint/2010/main" val="163385767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82AE90AF-CED0-446B-958B-467C4AD8AF4B}"/>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Competition</a:t>
            </a:r>
          </a:p>
        </p:txBody>
      </p:sp>
      <p:sp>
        <p:nvSpPr>
          <p:cNvPr id="3" name="Content Placeholder 2">
            <a:extLst>
              <a:ext uri="{FF2B5EF4-FFF2-40B4-BE49-F238E27FC236}">
                <a16:creationId xmlns:a16="http://schemas.microsoft.com/office/drawing/2014/main" id="{20C95A30-89F3-4A58-AA10-719CC3D0C7E8}"/>
              </a:ext>
            </a:extLst>
          </p:cNvPr>
          <p:cNvSpPr>
            <a:spLocks noGrp="1"/>
          </p:cNvSpPr>
          <p:nvPr>
            <p:ph idx="1"/>
          </p:nvPr>
        </p:nvSpPr>
        <p:spPr>
          <a:xfrm>
            <a:off x="1103312" y="2763520"/>
            <a:ext cx="8946541" cy="3484879"/>
          </a:xfrm>
        </p:spPr>
        <p:txBody>
          <a:bodyPr>
            <a:normAutofit/>
          </a:bodyPr>
          <a:lstStyle/>
          <a:p>
            <a:r>
              <a:rPr lang="en-US" dirty="0"/>
              <a:t>death</a:t>
            </a:r>
          </a:p>
        </p:txBody>
      </p:sp>
    </p:spTree>
    <p:extLst>
      <p:ext uri="{BB962C8B-B14F-4D97-AF65-F5344CB8AC3E}">
        <p14:creationId xmlns:p14="http://schemas.microsoft.com/office/powerpoint/2010/main" val="181778106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07659B87-42C3-41BA-BB42-A2FD120C8AB1}"/>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Marketing strategy</a:t>
            </a:r>
          </a:p>
        </p:txBody>
      </p:sp>
      <p:sp>
        <p:nvSpPr>
          <p:cNvPr id="3" name="Content Placeholder 2">
            <a:extLst>
              <a:ext uri="{FF2B5EF4-FFF2-40B4-BE49-F238E27FC236}">
                <a16:creationId xmlns:a16="http://schemas.microsoft.com/office/drawing/2014/main" id="{52F1CB44-37D7-49B5-847E-77A1DC4493F8}"/>
              </a:ext>
            </a:extLst>
          </p:cNvPr>
          <p:cNvSpPr>
            <a:spLocks noGrp="1"/>
          </p:cNvSpPr>
          <p:nvPr>
            <p:ph idx="1"/>
          </p:nvPr>
        </p:nvSpPr>
        <p:spPr>
          <a:xfrm>
            <a:off x="1103312" y="2763520"/>
            <a:ext cx="8946541" cy="3484879"/>
          </a:xfrm>
        </p:spPr>
        <p:txBody>
          <a:bodyPr>
            <a:normAutofit/>
          </a:bodyPr>
          <a:lstStyle/>
          <a:p>
            <a:endParaRPr lang="en-US" dirty="0"/>
          </a:p>
        </p:txBody>
      </p:sp>
    </p:spTree>
    <p:extLst>
      <p:ext uri="{BB962C8B-B14F-4D97-AF65-F5344CB8AC3E}">
        <p14:creationId xmlns:p14="http://schemas.microsoft.com/office/powerpoint/2010/main" val="379868268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DBDBCCEC-821D-44C4-BCAB-3AD9CA94D1AD}"/>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Sales and Channel Strategy</a:t>
            </a:r>
          </a:p>
        </p:txBody>
      </p:sp>
      <p:sp>
        <p:nvSpPr>
          <p:cNvPr id="3" name="Content Placeholder 2">
            <a:extLst>
              <a:ext uri="{FF2B5EF4-FFF2-40B4-BE49-F238E27FC236}">
                <a16:creationId xmlns:a16="http://schemas.microsoft.com/office/drawing/2014/main" id="{41D8A032-348E-40AE-AABA-BF4F25341A7C}"/>
              </a:ext>
            </a:extLst>
          </p:cNvPr>
          <p:cNvSpPr>
            <a:spLocks noGrp="1"/>
          </p:cNvSpPr>
          <p:nvPr>
            <p:ph idx="1"/>
          </p:nvPr>
        </p:nvSpPr>
        <p:spPr>
          <a:xfrm>
            <a:off x="1103312" y="2763520"/>
            <a:ext cx="8946541" cy="3484879"/>
          </a:xfrm>
        </p:spPr>
        <p:txBody>
          <a:bodyPr>
            <a:normAutofit/>
          </a:bodyPr>
          <a:lstStyle/>
          <a:p>
            <a:r>
              <a:rPr lang="en-US" dirty="0"/>
              <a:t>Determine level of need for product</a:t>
            </a:r>
          </a:p>
          <a:p>
            <a:r>
              <a:rPr lang="en-US" dirty="0"/>
              <a:t>Explain to them why the product would be useful to their specific case</a:t>
            </a:r>
          </a:p>
          <a:p>
            <a:r>
              <a:rPr lang="en-US" dirty="0"/>
              <a:t>Demonstrate how the product would be used by running through a test case</a:t>
            </a:r>
          </a:p>
          <a:p>
            <a:r>
              <a:rPr lang="en-US" dirty="0"/>
              <a:t>Inform them about pricing plans that would best suit them</a:t>
            </a:r>
          </a:p>
        </p:txBody>
      </p:sp>
    </p:spTree>
    <p:extLst>
      <p:ext uri="{BB962C8B-B14F-4D97-AF65-F5344CB8AC3E}">
        <p14:creationId xmlns:p14="http://schemas.microsoft.com/office/powerpoint/2010/main" val="363691502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2575095E-3187-4014-9EEC-0EC9041B6B01}"/>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Revenue Model</a:t>
            </a:r>
          </a:p>
        </p:txBody>
      </p:sp>
      <p:sp>
        <p:nvSpPr>
          <p:cNvPr id="3" name="Content Placeholder 2">
            <a:extLst>
              <a:ext uri="{FF2B5EF4-FFF2-40B4-BE49-F238E27FC236}">
                <a16:creationId xmlns:a16="http://schemas.microsoft.com/office/drawing/2014/main" id="{95B5A1B5-AE57-4F27-97DD-AE0198F33B7B}"/>
              </a:ext>
            </a:extLst>
          </p:cNvPr>
          <p:cNvSpPr>
            <a:spLocks noGrp="1"/>
          </p:cNvSpPr>
          <p:nvPr>
            <p:ph idx="1"/>
          </p:nvPr>
        </p:nvSpPr>
        <p:spPr>
          <a:xfrm>
            <a:off x="1103312" y="2763520"/>
            <a:ext cx="8946541" cy="3484879"/>
          </a:xfrm>
        </p:spPr>
        <p:txBody>
          <a:bodyPr>
            <a:normAutofit/>
          </a:bodyPr>
          <a:lstStyle/>
          <a:p>
            <a:r>
              <a:rPr lang="en-US" dirty="0"/>
              <a:t>Licensing Prices:</a:t>
            </a:r>
          </a:p>
          <a:p>
            <a:pPr lvl="1"/>
            <a:r>
              <a:rPr lang="en-US" dirty="0"/>
              <a:t>Family: $10 / month</a:t>
            </a:r>
          </a:p>
          <a:p>
            <a:pPr lvl="1"/>
            <a:r>
              <a:rPr lang="en-US" dirty="0"/>
              <a:t>Individuals: $50 / month</a:t>
            </a:r>
          </a:p>
          <a:p>
            <a:pPr lvl="1"/>
            <a:r>
              <a:rPr lang="en-US" dirty="0"/>
              <a:t>Small home care business’: $1-5k / </a:t>
            </a:r>
            <a:r>
              <a:rPr lang="en-US" dirty="0" err="1"/>
              <a:t>yr</a:t>
            </a:r>
            <a:endParaRPr lang="en-US" dirty="0"/>
          </a:p>
          <a:p>
            <a:pPr lvl="1"/>
            <a:r>
              <a:rPr lang="en-US" dirty="0"/>
              <a:t>Large homecare business’: $5k + / </a:t>
            </a:r>
            <a:r>
              <a:rPr lang="en-US" dirty="0" err="1"/>
              <a:t>yr</a:t>
            </a:r>
            <a:endParaRPr lang="en-US" dirty="0"/>
          </a:p>
          <a:p>
            <a:pPr lvl="1"/>
            <a:r>
              <a:rPr lang="en-US" dirty="0"/>
              <a:t>Hospitals: </a:t>
            </a:r>
            <a:r>
              <a:rPr lang="en-US" dirty="0" err="1"/>
              <a:t>consoletations</a:t>
            </a:r>
            <a:endParaRPr lang="en-US" dirty="0"/>
          </a:p>
        </p:txBody>
      </p:sp>
    </p:spTree>
    <p:extLst>
      <p:ext uri="{BB962C8B-B14F-4D97-AF65-F5344CB8AC3E}">
        <p14:creationId xmlns:p14="http://schemas.microsoft.com/office/powerpoint/2010/main" val="12193770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F0A8BD76-44EF-4E51-9FA0-899867225603}"/>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Cash Flow and Profit/Loss Statement</a:t>
            </a:r>
          </a:p>
        </p:txBody>
      </p:sp>
      <p:sp>
        <p:nvSpPr>
          <p:cNvPr id="3" name="Content Placeholder 2">
            <a:extLst>
              <a:ext uri="{FF2B5EF4-FFF2-40B4-BE49-F238E27FC236}">
                <a16:creationId xmlns:a16="http://schemas.microsoft.com/office/drawing/2014/main" id="{626359BF-4177-475F-BB8F-28EC0BB156B4}"/>
              </a:ext>
            </a:extLst>
          </p:cNvPr>
          <p:cNvSpPr>
            <a:spLocks noGrp="1"/>
          </p:cNvSpPr>
          <p:nvPr>
            <p:ph idx="1"/>
          </p:nvPr>
        </p:nvSpPr>
        <p:spPr>
          <a:xfrm>
            <a:off x="1103312" y="2763520"/>
            <a:ext cx="8946541" cy="3484879"/>
          </a:xfrm>
        </p:spPr>
        <p:txBody>
          <a:bodyPr>
            <a:normAutofit/>
          </a:bodyPr>
          <a:lstStyle/>
          <a:p>
            <a:endParaRPr lang="en-US"/>
          </a:p>
        </p:txBody>
      </p:sp>
    </p:spTree>
    <p:extLst>
      <p:ext uri="{BB962C8B-B14F-4D97-AF65-F5344CB8AC3E}">
        <p14:creationId xmlns:p14="http://schemas.microsoft.com/office/powerpoint/2010/main" val="2351552482"/>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otalTime>162</TotalTime>
  <Words>312</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vt:lpstr>
      <vt:lpstr>AlwaysCaring</vt:lpstr>
      <vt:lpstr>Problem</vt:lpstr>
      <vt:lpstr>Problem</vt:lpstr>
      <vt:lpstr>Product</vt:lpstr>
      <vt:lpstr>Customers</vt:lpstr>
      <vt:lpstr>Market Model</vt:lpstr>
      <vt:lpstr>Competition</vt:lpstr>
      <vt:lpstr>Marketing strategy</vt:lpstr>
      <vt:lpstr>Sales and Channel Strategy</vt:lpstr>
      <vt:lpstr>Revenue Model</vt:lpstr>
      <vt:lpstr>Cash Flow and Profit/Loss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AlwaysCaring</dc:title>
  <dc:creator>Will Kirkpatrick</dc:creator>
  <cp:lastModifiedBy>Will Kirkpatrick</cp:lastModifiedBy>
  <cp:revision>10</cp:revision>
  <dcterms:created xsi:type="dcterms:W3CDTF">2019-09-21T06:14:27Z</dcterms:created>
  <dcterms:modified xsi:type="dcterms:W3CDTF">2019-09-21T08:59:59Z</dcterms:modified>
</cp:coreProperties>
</file>